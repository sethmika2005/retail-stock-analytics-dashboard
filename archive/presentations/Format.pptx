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1667-061B-1986-FC72-1DDE4A686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835E5-1F21-6C8B-FAD1-ACC780A40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36FC-EAD8-CF05-FDC6-8978A8CD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1E216-7EE4-1316-0DCC-2D286E08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93224-1D8B-5E05-B939-04EE5352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31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9C72-9CEA-A784-ACE1-19069371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A274-4220-5AD8-B3D6-18DD08191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E6B6-A48A-EFFB-D37E-40D299D5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4D650-84FC-92F2-7FB0-87B54E95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71EA9-2196-5A1C-0A91-5CDAEBBA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19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AE73-0B57-A65B-C10A-8737616A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5A699-300F-8B2B-FD45-72DA13107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2A5A-4BB1-3AF3-3745-E1372584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90AC-F353-E9AF-FCE2-B120CDC3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F66EA-EBCC-E94B-F751-97AD9DFC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91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2106-764C-EC9A-9E04-484EC9DE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C630-A302-C62F-573B-823561883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21491-A12F-79DB-48A7-39D4D73A3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46830-5F0C-4153-261B-A29009D3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A80DC-9854-364B-0127-FC7783E6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B7F25-3A57-ACBC-7B2B-554D9E1D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9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AD0F-E4A3-850E-0B36-A2D2558F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D7E09-0B64-A579-4F1C-A29C534F4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79D11-6C8D-0AA6-86E3-8D754FC0D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FECA4-061B-B23A-949C-47859873A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36661-870E-0611-1853-B5552104D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634919-C804-8326-18C2-0D53891A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D75E2-97A5-EBC4-16D8-8B5A7DCB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1C74F-4CF5-D545-C693-1D8C59DB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41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D937-8718-1010-156B-986E612D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FB655-1284-2E24-534F-3E3C7BD4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5D964-FD54-B522-2038-FED85D19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A36C4-6865-B52C-7DF6-FC5F1CAA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64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EAAF2-9529-9920-A908-A10C3831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17BD8-6D70-FA72-D24A-C8D7DE92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484E4-888A-0DD4-B45A-4D7DC8BD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04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EF6B-3F36-6055-5B08-38781A79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5E16-A492-CBE4-D87C-A84B59BA2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5345A-5272-7652-28C1-64287F86B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0D630-0928-F785-2DFE-3589BF7E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568FF-4514-D0F1-3C8A-F9BAA44D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2370D-2508-F272-4635-8E9D8FF5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0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D1EC-B0E0-46AC-7E04-7422F980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3B251-5044-5E70-2656-4EEA53E19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88C38-F9C0-EB5F-E33F-B9BFFC9E4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8A42E-E7DB-B250-FDE7-3078E2584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6413-8D32-578F-1796-CEAB79D5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68CCD-5820-0CE8-02A3-44B46B24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1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135E-E67C-3FB4-DE21-5BED9614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F5FF0-CA99-2D85-6B2C-F741E10BD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AD9C-F7EE-F065-73E8-52D49CFF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C3-7504-F8FE-0700-B7A7F7D7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3D1F-26CC-CA04-781C-02DA142B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73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6BA88-0E88-1D6A-9832-923AA4E53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17F80-C50F-C0C0-E451-FB009AFC6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282B-3AF9-4718-A2A3-C7052E5B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7C2CA-FDB5-2135-2619-91AA7D62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9249A-9DE3-5C7D-B5DD-2ED18692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41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64D2D-1390-A499-647C-DD245BD7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BEEF1-FBBB-7FBA-DE82-246D21DF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B6F3B-62BF-9DF3-0152-E89E74B4D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732F8-26D6-48DA-C555-86A45EE8E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E4910-66E0-13DF-2C5F-408A8301A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24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9D44D-77C6-E0FA-70E9-8E718A3D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53785F-0C22-4111-773E-CA68250350EE}"/>
              </a:ext>
            </a:extLst>
          </p:cNvPr>
          <p:cNvSpPr/>
          <p:nvPr/>
        </p:nvSpPr>
        <p:spPr>
          <a:xfrm>
            <a:off x="1249680" y="775970"/>
            <a:ext cx="9692640" cy="5306060"/>
          </a:xfrm>
          <a:prstGeom prst="roundRect">
            <a:avLst>
              <a:gd name="adj" fmla="val 114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BC0CC3-7681-B41C-6136-7A5E23A9608E}"/>
              </a:ext>
            </a:extLst>
          </p:cNvPr>
          <p:cNvSpPr/>
          <p:nvPr/>
        </p:nvSpPr>
        <p:spPr>
          <a:xfrm>
            <a:off x="1249680" y="566304"/>
            <a:ext cx="9692640" cy="1984095"/>
          </a:xfrm>
          <a:prstGeom prst="roundRect">
            <a:avLst>
              <a:gd name="adj" fmla="val 370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Chart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670C8-637B-6974-0CA0-53C9E752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61" y="1494073"/>
            <a:ext cx="8541572" cy="4120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94146-685B-971E-BF4E-443DE141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061" y="693775"/>
            <a:ext cx="2495898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2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Sethmika Bellana</dc:creator>
  <cp:lastModifiedBy>Sethmika Bellana</cp:lastModifiedBy>
  <cp:revision>3</cp:revision>
  <dcterms:created xsi:type="dcterms:W3CDTF">2026-03-15T11:22:51Z</dcterms:created>
  <dcterms:modified xsi:type="dcterms:W3CDTF">2026-03-15T13:11:22Z</dcterms:modified>
</cp:coreProperties>
</file>