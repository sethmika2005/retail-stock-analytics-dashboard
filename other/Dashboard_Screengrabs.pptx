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D0A3A5-9E18-4FB3-B23C-3F8BA3379861}">
          <p14:sldIdLst>
            <p14:sldId id="256"/>
          </p14:sldIdLst>
        </p14:section>
        <p14:section name="Dashboard Tab" id="{9DB40094-57B7-46B6-B1FB-1546B4CC483D}">
          <p14:sldIdLst>
            <p14:sldId id="257"/>
            <p14:sldId id="258"/>
          </p14:sldIdLst>
        </p14:section>
        <p14:section name="Technichal Tab" id="{8B9CD314-3188-4D77-A0BD-670F1BB0E69B}">
          <p14:sldIdLst>
            <p14:sldId id="259"/>
            <p14:sldId id="260"/>
            <p14:sldId id="261"/>
            <p14:sldId id="262"/>
            <p14:sldId id="263"/>
          </p14:sldIdLst>
        </p14:section>
        <p14:section name="Fundamentals Tab" id="{B245DDB3-B2EE-45E8-B83A-9AACFF59E868}">
          <p14:sldIdLst>
            <p14:sldId id="264"/>
            <p14:sldId id="265"/>
            <p14:sldId id="267"/>
          </p14:sldIdLst>
        </p14:section>
        <p14:section name="News Tab" id="{A0D11A17-DB02-4A88-AB36-9911EE171DAE}">
          <p14:sldIdLst>
            <p14:sldId id="266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15776-CE89-B94E-F5CB-2CD8C3A404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837A56-46A7-B4C2-0691-1CB091E46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1B3CE2-D372-6287-026C-133CF776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A66E-C612-4F85-BAD8-7195895C2E69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ADC00A-E0F1-B54F-EE0F-BD93CEAFB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ED848-2D32-E0E0-E9F8-43FE968CD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6D8F-4960-41BA-B13F-059E13DAB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7886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DA8B9-ED54-119C-7DFD-742EB348A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1558BD-3D27-BDA2-8169-5B9E9844C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1330D-C4DA-DEA6-AB03-8BE3AF544F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A66E-C612-4F85-BAD8-7195895C2E69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76A11-2462-0AC7-6E7B-FA0E130D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730C9-B260-58EA-F72A-87B3E4AA2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6D8F-4960-41BA-B13F-059E13DAB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76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FEEAF-856D-ACB0-DB48-A02207EAD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E97F2-0B5D-41F0-FE9E-1E782E662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A0457-F41C-06A3-359B-C462F4394C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A66E-C612-4F85-BAD8-7195895C2E69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B5343-A218-F7EB-4E9B-DAF2DCF4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8743D-D67B-A092-B551-A3115FE15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6D8F-4960-41BA-B13F-059E13DAB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3274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4A273-9898-F79F-4E65-8CDAC9064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93FA6-2CDF-F392-114A-3400DF371D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B731D0-1E72-EB4F-EE0A-3082C9B73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12EC7-286F-91E2-184C-FEB3EA5CC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A66E-C612-4F85-BAD8-7195895C2E69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021900-22B0-3645-7B7E-3025B2932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64C4A-A6AB-1801-C362-62B9D6668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6D8F-4960-41BA-B13F-059E13DAB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758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AB03E-EEF5-3F78-3B85-840F5A239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2CDDB-AA7F-50D3-F310-B4DFA0B386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E5C0F6-83B4-4132-C09C-2CB84EE72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421C8D-3015-0482-BE54-A6A78A485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F803AF-87E4-2BE9-F288-58A2E5D17A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2A57CFB-BF68-0F4B-B1DC-25A4BDC72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A66E-C612-4F85-BAD8-7195895C2E69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6AB995-A6F8-4E29-1AE1-6E0CA6D06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E54A0D-4897-4925-72C6-2C8C3E1C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6D8F-4960-41BA-B13F-059E13DAB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45474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7BFA9-CB5D-3C4F-EEA2-8BB5B8CA9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92FD94-C207-2362-695D-E5C7A758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A66E-C612-4F85-BAD8-7195895C2E69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8D9F55-C825-15A6-9AAA-7B54125FB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3FD05-D5B9-DEC9-75EC-43D547266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6D8F-4960-41BA-B13F-059E13DAB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378236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C72D3-2D0F-1EDC-F8A1-44EFB889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A66E-C612-4F85-BAD8-7195895C2E69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B5F77B-472C-49B0-09BF-0102B84CC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3C6B1-CAB6-7016-432F-8CCC6B5B4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6D8F-4960-41BA-B13F-059E13DAB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15947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01FFDA-9C85-BF81-3A17-D02394E11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018E9-DA2F-9A33-A53C-E7A389EC7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9FCBFD-15F1-6CD8-91D3-CDE398913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E6145C-B54B-EDD9-A7AE-E396479D1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A66E-C612-4F85-BAD8-7195895C2E69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BE2538-6FD4-5607-C493-3607CE952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2E9276-5A35-3702-A0FA-42E384FC6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6D8F-4960-41BA-B13F-059E13DAB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1445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6DB03-037F-2B02-3AAF-1DA1E21C6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344E91-E8DD-239F-B872-A15FE65607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9EB1B8-3EE6-4429-DD55-3CAB09417F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B2831-CE4E-7CB0-FEE9-E3132E7FE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A66E-C612-4F85-BAD8-7195895C2E69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A5525-8735-129D-5512-942D0BD48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E503A-0B0E-4CA5-8E2A-A9D1A9AA7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6D8F-4960-41BA-B13F-059E13DAB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77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8706F-E7E6-F703-F24E-132459CA0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1E96C5-0C54-C4DD-37D7-8DAB0A092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EC971E-2417-EE2F-E22A-ECC66587E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A66E-C612-4F85-BAD8-7195895C2E69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4674C-2B00-1690-47AB-F6787E6DF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22683-BF76-A0A5-58FF-85E20E92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6D8F-4960-41BA-B13F-059E13DAB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2725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553E04-7CF0-3DE1-8919-FBB74B0862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47F0D6-BDCC-5707-2177-F221DC96A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C42092-8303-25EF-929E-3161BD0A1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DA66E-C612-4F85-BAD8-7195895C2E69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25F56-457E-87D8-56BC-B5C7C249A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6A27B5-527B-939D-7F3F-DB5F95ADD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B6D8F-4960-41BA-B13F-059E13DAB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27757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1DD30-6C97-C642-DF34-C6FC90ED7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5A942A-328E-16F5-0448-E12128035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0E2131-B499-4D4D-F02A-C5BD88D24A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8DA66E-C612-4F85-BAD8-7195895C2E69}" type="datetimeFigureOut">
              <a:rPr lang="en-GB" smtClean="0"/>
              <a:t>08/04/2026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44A114-E44B-27FE-7457-71E1CCC26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68562-89B6-A488-C091-1DD3617A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8B6D8F-4960-41BA-B13F-059E13DABD6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87367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7BBEC08-A28B-ED22-A774-19069D98C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Dashboard Controls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9728CA-2768-4A8C-8D6D-8FFD04D00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749" y="1418314"/>
            <a:ext cx="1826763" cy="484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15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B0FEF-F377-F6C8-FEBD-E6F60B9F5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DC734-F3FF-87E4-874F-32EB41453A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32" y="634228"/>
            <a:ext cx="11295535" cy="5589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284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93874-95B7-DE2E-7A8B-0FA922804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26CD32-0748-0670-3780-A6BB9321A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2398"/>
            <a:ext cx="12192000" cy="5393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670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26AD0-704D-DBC7-C92F-44DF5899F5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CCB133-E19D-18CB-6007-D245EDDB2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8586"/>
            <a:ext cx="12192000" cy="390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7246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CFBD1-6075-DFE4-722E-2617010F8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58C831-59CD-40A4-C045-B7F820ECD6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5561"/>
            <a:ext cx="12192000" cy="3086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135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9EB8D4-F5A1-20EC-836C-89C2F033E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A87099-B7B4-104A-D846-64789F199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56465"/>
            <a:ext cx="12192000" cy="3145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6260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901B4-227B-9BD4-4627-8063FF837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431FB3-1C03-B244-A945-70D4B4B6D1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1534"/>
            <a:ext cx="12192000" cy="2954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1189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5F4C9-A886-6DBD-FDE7-59B4CEAEE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EE1169C-335B-2C71-4D7B-F3226CB15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7791"/>
            <a:ext cx="12192000" cy="3402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537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E4B3-812B-D732-8104-0C14C129C5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8A7A35-1890-4B8A-55E5-F825F4DA2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552"/>
            <a:ext cx="12192000" cy="6234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912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E8281-488C-D585-AB89-9B64067B7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CC8FE2-8645-BC40-6F21-C295A26E0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7584"/>
            <a:ext cx="12192000" cy="4282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3897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ED5B-6703-900D-46BF-05A452ACA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81238D-52E0-7764-5486-5F5D6D25A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72263"/>
            <a:ext cx="12192000" cy="2913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327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1318B-B82E-FFE0-EBEE-7326A2EFA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7BEA1F-D95E-F9A2-3806-B3F55434C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3107"/>
            <a:ext cx="12192000" cy="523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375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2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Dashboard Controls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Sethmika Bellana</dc:creator>
  <cp:lastModifiedBy>Sethmika Bellana</cp:lastModifiedBy>
  <cp:revision>1</cp:revision>
  <dcterms:created xsi:type="dcterms:W3CDTF">2026-04-08T17:45:57Z</dcterms:created>
  <dcterms:modified xsi:type="dcterms:W3CDTF">2026-04-08T18:52:45Z</dcterms:modified>
</cp:coreProperties>
</file>